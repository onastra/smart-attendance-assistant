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62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新员工考勤系统使用培训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635000" y="1524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一、扫码打卡流程</a:t>
            </a:r>
          </a:p>
          <a:p>
            <a:pPr algn="l">
              <a:defRPr/>
            </a:pPr>
            <a:r>
              <a:rPr lang="en-US"/>
              <a:t>二、常见问题</a:t>
            </a:r>
          </a:p>
          <a:p>
            <a:pPr algn="l">
              <a:defRPr/>
            </a:pPr>
            <a:r>
              <a:rPr lang="en-US"/>
              <a:t>三、请假与加班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62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一、扫码打卡流程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635000" y="1524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1. 到达办公场所后打开 H5 打卡页</a:t>
            </a:r>
          </a:p>
          <a:p>
            <a:pPr algn="l">
              <a:defRPr/>
            </a:pPr>
            <a:r>
              <a:rPr lang="en-US"/>
              <a:t>2. 扫描现场二维码（或手动粘贴二维码内容）</a:t>
            </a:r>
          </a:p>
          <a:p>
            <a:pPr algn="l">
              <a:defRPr/>
            </a:pPr>
            <a:r>
              <a:rPr lang="en-US"/>
              <a:t>3. 允许浏览器获取定位以完成围栏校验</a:t>
            </a:r>
          </a:p>
          <a:p>
            <a:pPr algn="l">
              <a:defRPr/>
            </a:pPr>
            <a:r>
              <a:rPr lang="en-US"/>
              <a:t>4. 看到“打卡成功”即完成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62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二、常见问题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635000" y="1524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二维码过期：动态码 120 秒过期，请刷新页面重新扫描。</a:t>
            </a:r>
          </a:p>
          <a:p>
            <a:pPr algn="l">
              <a:defRPr/>
            </a:pPr>
            <a:r>
              <a:rPr lang="en-US"/>
              <a:t>提示非本场所：你未绑定该办公场所，请联系管理员绑定。</a:t>
            </a:r>
          </a:p>
          <a:p>
            <a:pPr algn="l">
              <a:defRPr/>
            </a:pPr>
            <a:r>
              <a:rPr lang="en-US"/>
              <a:t>提示重复打卡：5 分钟内已打过同类型卡，无需重复提交。</a:t>
            </a:r>
          </a:p>
          <a:p>
            <a:pPr algn="l">
              <a:defRPr/>
            </a:pPr>
            <a:r>
              <a:rPr lang="en-US"/>
              <a:t>提示超出范围：定位距离场所超过 200 米。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62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三、请假与加班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635000" y="1524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请假与加班在系统内提交申请，由直属主管审批。</a:t>
            </a:r>
          </a:p>
          <a:p>
            <a:pPr algn="l">
              <a:defRPr/>
            </a:pPr>
            <a:r>
              <a:rPr lang="en-US"/>
              <a:t>本批次未开放审批功能，按项目决议暂缓实现。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